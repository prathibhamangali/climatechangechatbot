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Climate Awareness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Internship: 1M1B – IBM SkillsBuild AI for Sustainability</a:t>
            </a:r>
          </a:p>
          <a:p>
            <a:r>
              <a:t>SDG 13 – Climate Action</a:t>
            </a:r>
          </a:p>
          <a:p/>
          <a:p>
            <a:r>
              <a:t>An AI-based chatbot to spread climate awareness in a simple, interactive 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students and people lack clear understanding of climate change.</a:t>
            </a:r>
          </a:p>
          <a:p>
            <a:r>
              <a:t>This reduces awareness and delays positive climate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</a:t>
            </a:r>
          </a:p>
          <a:p>
            <a:r>
              <a:t>• Young adults</a:t>
            </a:r>
          </a:p>
          <a:p>
            <a:r>
              <a:t>• General public</a:t>
            </a:r>
          </a:p>
          <a:p/>
          <a:p>
            <a:r>
              <a:t>Anyone curious about climate change and sustainability.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Instant answers to climate questions</a:t>
            </a:r>
          </a:p>
          <a:p>
            <a:r>
              <a:t>• Simple explanations of complex topics</a:t>
            </a:r>
          </a:p>
          <a:p>
            <a:r>
              <a:t>• Scalable awareness without human trainers</a:t>
            </a:r>
          </a:p>
          <a:p>
            <a:r>
              <a:t>• Promotes daily eco-friendly habits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conversational AI chatbot that educates users about climate change,</a:t>
            </a:r>
          </a:p>
          <a:p>
            <a:r>
              <a:t>answers questions clearly, and suggests eco-friendly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Prompt Engineering</a:t>
            </a:r>
          </a:p>
          <a:p>
            <a:r>
              <a:t>• Conversational AI</a:t>
            </a:r>
          </a:p>
          <a:p>
            <a:r>
              <a:t>• Natural Language Understanding</a:t>
            </a:r>
          </a:p>
          <a:p>
            <a:r>
              <a:t>• Text Summarization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no-code, prompt-based chatbot.</a:t>
            </a:r>
          </a:p>
          <a:p>
            <a:r>
              <a:t>Responds to climate-related queries</a:t>
            </a:r>
          </a:p>
          <a:p>
            <a:r>
              <a:t>and gives one eco-friendly action in every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are an AI Climate Awareness Assistant.</a:t>
            </a:r>
          </a:p>
          <a:p>
            <a:r>
              <a:t>Explain climate topics simply,</a:t>
            </a:r>
          </a:p>
          <a:p>
            <a:r>
              <a:t>answer questions clearly,</a:t>
            </a:r>
          </a:p>
          <a:p>
            <a:r>
              <a:t>and give one eco-friendly action tip.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asks a question</a:t>
            </a:r>
          </a:p>
          <a:p>
            <a:r>
              <a:t>2. AI understands the query</a:t>
            </a:r>
          </a:p>
          <a:p>
            <a:r>
              <a:t>3. AI explains clearly</a:t>
            </a:r>
          </a:p>
          <a:p>
            <a:r>
              <a:t>4. AI suggests a sustainable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Fairness: Accessible to all</a:t>
            </a:r>
          </a:p>
          <a:p>
            <a:r>
              <a:t>• Transparency: Clear explanations</a:t>
            </a:r>
          </a:p>
          <a:p>
            <a:r>
              <a:t>• Ethics: No fear or misinformation</a:t>
            </a:r>
          </a:p>
          <a:p>
            <a:r>
              <a:t>• Privacy: No personal data collected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climate awareness</a:t>
            </a:r>
          </a:p>
          <a:p>
            <a:r>
              <a:t>• Encourages eco-friendly habits</a:t>
            </a:r>
          </a:p>
          <a:p>
            <a:r>
              <a:t>• Supports SDG 13</a:t>
            </a:r>
          </a:p>
          <a:p>
            <a:r>
              <a:t>• Useful for schools and colleges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